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b7e0153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b7e015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